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3" r:id="rId10"/>
    <p:sldId id="266" r:id="rId11"/>
    <p:sldId id="265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FB49-07C9-B7C5-B42E-9282F08BB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BAF12-FC44-8D72-A7FB-573A9B9C2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725A5-9E83-C3E0-1618-A9D3C76D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644FF-E13F-3377-847B-5EB3ED9E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DE793-9691-4600-1DEE-8F62BF8F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93E4-6812-246C-CB89-957CA150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770F1-A6F8-A744-3908-C5A695DD9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C89B8-8B45-A4B6-824E-165B06AF9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9A8E4-53EE-D78D-D675-F76360251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76485-B19A-082E-6080-2FA69102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6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6B5F-5A45-A4F4-BA30-FE0EF0A2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25B52-CFEA-87CC-D164-1BBBF13FA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3225A-95DD-4A22-C273-B52DC510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B1CFC-AF17-5ED0-2525-D3607EB6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CF3C4-4874-F7EF-CE13-19C9B260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2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F325-3C44-07AB-E923-CC8E04370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0A4DE-AFF7-77FF-4F86-3C28E8A83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92564-565D-7CDE-E393-902F81D65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D86FC-6EDE-722D-0890-E9469718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620E5-AE4A-D536-82F5-355EDF626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1962C-4166-1920-7B42-ACE881CF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42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939B-0D93-E1DD-5B8D-3B6F36069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9BE50-2C29-D502-5E98-91C08202C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D0780-8368-C91B-9C7F-7164C9E8A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6FCAE-DB0C-F001-1260-8E2704330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E22F2-E8D5-A26B-5470-2D66C77A89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B59A8-DF7F-4C95-0480-6476B3EE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4CCA-ADFA-0E92-83DA-BB56ADE9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F07256-78EC-A9E5-8DDE-3ECE00F4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2D81-284F-3B27-00A6-044067D6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81F84-56A6-62B1-6E2C-FD1B15B9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3918F-41C0-5861-1C64-2D43CF9CA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E7CE8-78DC-62EF-8D1E-EADB8AEB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9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9B557-6A03-9468-EBC3-FED828D7C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77361E-3378-23A7-EC6C-7E17E1A6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BB83D-65AD-B22A-5E6A-321BEEE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1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8845-597D-C74D-1471-87DFC004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A4969-73D2-8EA3-DD3D-FD6603261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4C6A9-6BDF-2C59-753C-3DD2923BD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3E7B5-970B-CCB4-2369-49FBD049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CBC78-29E3-0617-091E-160DFAEEB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27712-BF83-59EE-DF21-534EE15F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08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01AC-40C8-B0AD-DCE5-FD536AB3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5397E-6E4A-5034-A669-579ACFAB1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65603-E3EC-554E-B9F9-5FD574E8C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B933A-0994-11A2-C904-D5F52885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89796-0028-0911-4B5B-B5265063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52DEC-61DC-A599-1508-457F1A86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94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2E5F-7119-FBF2-7809-5B0A8F844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E7D3A-88F9-FA03-30FE-F6C6B0107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405D8-2D62-759C-C844-DC2A2544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43CB8-29BA-C89B-714C-108E50C4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AF790-D3D5-4C6B-8F7D-E69B0843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5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88D8D-FD02-DE97-3EFB-9B459B891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68F54-DE0D-C3B3-874C-35280F3A2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C9FE4-63E9-6E9C-1463-72D3870BD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11621-4935-8839-F4A1-600BEF1F6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379E2-9750-8672-BAB7-DA47D45F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5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373576-A45E-8609-E1AD-E72DDD94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04A53-E8DE-8895-A06A-D9E98C9D7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67440-E0FE-21F8-41D6-8F5D242171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3B8BB-8A75-E095-49AA-9497CE6D2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07147-2A0B-7443-AA25-AB6FBC2BE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0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0EDF2-D8B4-42D8-59AD-5D67DF657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0593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2"/>
                </a:solidFill>
              </a:rPr>
              <a:t>Healthcare Revenue Cycle Intelligence Studio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EC994-8ED0-DF16-E2A9-2BE0E44C2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4"/>
            <a:r>
              <a:rPr lang="en-US" sz="4000" b="1" dirty="0">
                <a:solidFill>
                  <a:srgbClr val="00B050"/>
                </a:solidFill>
              </a:rPr>
              <a:t>Demo</a:t>
            </a:r>
          </a:p>
          <a:p>
            <a:pPr marL="1828800" lvl="4" indent="0">
              <a:buNone/>
            </a:pPr>
            <a:endParaRPr lang="en-US" sz="4000" b="1" dirty="0">
              <a:solidFill>
                <a:srgbClr val="00B050"/>
              </a:solidFill>
            </a:endParaRPr>
          </a:p>
          <a:p>
            <a:pPr marL="1828800" lvl="4" indent="0">
              <a:buNone/>
            </a:pPr>
            <a:endParaRPr lang="en-US" sz="4000" b="1" dirty="0">
              <a:solidFill>
                <a:srgbClr val="00B050"/>
              </a:solidFill>
            </a:endParaRPr>
          </a:p>
          <a:p>
            <a:pPr marL="1828800" lvl="4" indent="0">
              <a:buNone/>
            </a:pPr>
            <a:r>
              <a:rPr lang="en-US" sz="4000" b="1" dirty="0">
                <a:solidFill>
                  <a:srgbClr val="00B050"/>
                </a:solidFill>
              </a:rPr>
              <a:t>Prepared By </a:t>
            </a:r>
          </a:p>
          <a:p>
            <a:pPr marL="1828800" lvl="4" indent="0">
              <a:buNone/>
            </a:pPr>
            <a:r>
              <a:rPr lang="en-US" sz="4000" b="1" dirty="0">
                <a:solidFill>
                  <a:srgbClr val="00B050"/>
                </a:solidFill>
              </a:rPr>
              <a:t> Desta Ensermu ( Data Analyst, Vibe Coder)</a:t>
            </a:r>
          </a:p>
          <a:p>
            <a:endParaRPr lang="en-US" dirty="0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80087E27-2112-3F13-301A-B22916B308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61652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976"/>
    </mc:Choice>
    <mc:Fallback>
      <p:transition spd="slow" advTm="139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8AD7-372A-77A8-35CB-CF0847A12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843" y="746805"/>
            <a:ext cx="9823748" cy="747258"/>
          </a:xfrm>
        </p:spPr>
        <p:txBody>
          <a:bodyPr>
            <a:no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Product Preview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C6FCE-A2D1-0B91-B9BC-9327C2C0A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657" y="1869621"/>
            <a:ext cx="9492343" cy="510267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6B4AD9-2F36-E7EF-6EF2-E74207009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956" y="1926772"/>
            <a:ext cx="8304608" cy="466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3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5D83-3EFF-F3E3-0DA1-02D4CD5E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Trends and Findings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D15CE0-167C-D539-170D-6F150C040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7913" y="1962767"/>
            <a:ext cx="8916173" cy="407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19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4718-D586-25D3-0CC6-EAD6A15D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Dataset Profile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FAB81B-6A2B-47E3-06F4-529D0FF33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201" y="1825625"/>
            <a:ext cx="88055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0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A282-A190-88D0-3E71-74F7F75D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2"/>
                </a:solidFill>
              </a:rPr>
              <a:t>Data Workspace…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7A8ADC-01C2-0D8C-D7D3-53409ABAA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7510" y="1825625"/>
            <a:ext cx="71169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76EC-CE79-FF15-4BA0-629E6A73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Revenue Leakage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5A6D7D-98A7-64B8-97B9-DC72D5455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1457" y="1672016"/>
            <a:ext cx="8189831" cy="450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81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A3DDD-8FB4-E724-FDB2-E2FBA3A1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Denial Intelligence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C51166-6CE7-3B09-F031-90649908B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6262" y="1825625"/>
            <a:ext cx="71794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33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5FFFF-0829-D5C2-67BC-28426E316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KPI Center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07D684-3FF4-BBA3-2295-3D03436FA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6479" y="1515738"/>
            <a:ext cx="9150687" cy="466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09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CEA7-1DE6-7BE1-9FB9-F212824D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KPI Center- Status Distribution and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C6268-FA63-B3C0-786E-2E652AA53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5" y="1551214"/>
            <a:ext cx="10515600" cy="516459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4D3CD-9937-6993-63A6-41F36F1D4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5" y="1551214"/>
            <a:ext cx="9462457" cy="435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6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5576-2FA1-EE54-A017-2CC70A09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696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Executive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043A24-8E6A-2E75-8239-6ACBB513E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721" y="1348840"/>
            <a:ext cx="8317218" cy="482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4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3EFB-5CFF-EBF8-17A6-3FF1ADBC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Key Findings and Top Opportunities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040BBC-CB05-F98B-1F37-E4AD7A5CD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8801"/>
            <a:ext cx="10515600" cy="380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12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E5EB-0122-E425-A120-4AA3DC9C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Report Center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96261A-47E6-E010-45C2-2A94EE37F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167" y="1825625"/>
            <a:ext cx="104876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76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CE9AA-FD1C-0D9C-D415-6D4A1E8D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Settings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E8F183-C03F-ECB9-63FC-29A4E3CA6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871" y="1332269"/>
            <a:ext cx="8190214" cy="484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55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1194-091A-8E18-E60D-760F02CC1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1" y="365125"/>
            <a:ext cx="10798629" cy="1325563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22238-826E-4C03-3FB8-DA2C354F1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79" y="1597025"/>
            <a:ext cx="10515600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 am grateful to the OpenAI Team and collaborators for giving me this opportunity to participate in the Hackathon.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1453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73</Words>
  <Application>Microsoft Office PowerPoint</Application>
  <PresentationFormat>Widescreen</PresentationFormat>
  <Paragraphs>24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Healthcare Revenue Cycle Intelligence Studio</vt:lpstr>
      <vt:lpstr>Product Preview</vt:lpstr>
      <vt:lpstr>Trends and Findings</vt:lpstr>
      <vt:lpstr>Dataset Profile</vt:lpstr>
      <vt:lpstr>Data Workspace…</vt:lpstr>
      <vt:lpstr>Revenue Leakage</vt:lpstr>
      <vt:lpstr>Denial Intelligence</vt:lpstr>
      <vt:lpstr>KPI Center</vt:lpstr>
      <vt:lpstr>KPI Center- Status Distribution and definition</vt:lpstr>
      <vt:lpstr>Executive Dashboard</vt:lpstr>
      <vt:lpstr>Key Findings and Top Opportunities</vt:lpstr>
      <vt:lpstr>Report Center</vt:lpstr>
      <vt:lpstr>Settings</vt:lpstr>
      <vt:lpstr>Acknowledgement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Desta B. Ensermu</dc:creator>
  <cp:lastModifiedBy>Desta B. Ensermu</cp:lastModifiedBy>
  <cp:revision>4</cp:revision>
  <dcterms:created xsi:type="dcterms:W3CDTF">2026-07-21T18:40:21Z</dcterms:created>
  <dcterms:modified xsi:type="dcterms:W3CDTF">2026-07-21T19:48:02Z</dcterms:modified>
</cp:coreProperties>
</file>